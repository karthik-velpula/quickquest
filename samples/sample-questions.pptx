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66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A train travels 120 km in 2 hours. What is its average speed?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40 km/h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60 km/h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80 km/h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100 km/h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66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number comes next in the series: 2, 6, 12, 20, 30?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36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40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42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44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66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If 15% of a number is 45, what is the number?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250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275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300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325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66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Choose the word most similar in meaning to 'meticulous'.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Careless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Precise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Rapid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Ordinary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48640"/>
            <a:ext cx="10698480" cy="5669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All analysts are logical. Some graduates are analysts. Which conclusion follows?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A. All graduates are logical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B. Some graduates are logical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C. No graduates are logical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1223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 All logical people are analysts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2026-06-10T04:50:45Z</dcterms:created>
  <dcterms:modified xsi:type="dcterms:W3CDTF">2026-06-10T04:50:45Z</dcterms:modified>
</cp:coreProperties>
</file>